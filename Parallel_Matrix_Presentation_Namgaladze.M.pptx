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5" r:id="rId10"/>
    <p:sldId id="263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312935-8A37-4CE2-8B85-627E7A9E8535}" v="64" dt="2026-05-02T19:02:10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16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2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m namgaladze" userId="243f89370fc131cb" providerId="LiveId" clId="{874425A5-4CEF-49B8-969D-29EAAB572EC5}"/>
    <pc:docChg chg="undo custSel addSld modSld">
      <pc:chgData name="mariam namgaladze" userId="243f89370fc131cb" providerId="LiveId" clId="{874425A5-4CEF-49B8-969D-29EAAB572EC5}" dt="2026-05-02T19:02:10.258" v="232"/>
      <pc:docMkLst>
        <pc:docMk/>
      </pc:docMkLst>
      <pc:sldChg chg="addSp modSp mod modAnim">
        <pc:chgData name="mariam namgaladze" userId="243f89370fc131cb" providerId="LiveId" clId="{874425A5-4CEF-49B8-969D-29EAAB572EC5}" dt="2026-05-02T19:00:55.782" v="221"/>
        <pc:sldMkLst>
          <pc:docMk/>
          <pc:sldMk cId="0" sldId="256"/>
        </pc:sldMkLst>
        <pc:spChg chg="mod">
          <ac:chgData name="mariam namgaladze" userId="243f89370fc131cb" providerId="LiveId" clId="{874425A5-4CEF-49B8-969D-29EAAB572EC5}" dt="2026-05-02T18:57:36.008" v="220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riam namgaladze" userId="243f89370fc131cb" providerId="LiveId" clId="{874425A5-4CEF-49B8-969D-29EAAB572EC5}" dt="2026-05-02T18:06:24.460" v="2" actId="1076"/>
          <ac:spMkLst>
            <pc:docMk/>
            <pc:sldMk cId="0" sldId="256"/>
            <ac:spMk id="3" creationId="{00000000-0000-0000-0000-000000000000}"/>
          </ac:spMkLst>
        </pc:spChg>
        <pc:picChg chg="add mod">
          <ac:chgData name="mariam namgaladze" userId="243f89370fc131cb" providerId="LiveId" clId="{874425A5-4CEF-49B8-969D-29EAAB572EC5}" dt="2026-05-02T18:08:18.713" v="5" actId="1076"/>
          <ac:picMkLst>
            <pc:docMk/>
            <pc:sldMk cId="0" sldId="256"/>
            <ac:picMk id="5" creationId="{3552BB10-5E53-42CD-180D-B21F90E5F968}"/>
          </ac:picMkLst>
        </pc:picChg>
      </pc:sldChg>
      <pc:sldChg chg="addSp delSp modSp mod modAnim">
        <pc:chgData name="mariam namgaladze" userId="243f89370fc131cb" providerId="LiveId" clId="{874425A5-4CEF-49B8-969D-29EAAB572EC5}" dt="2026-05-02T19:01:01.497" v="222"/>
        <pc:sldMkLst>
          <pc:docMk/>
          <pc:sldMk cId="0" sldId="257"/>
        </pc:sldMkLst>
        <pc:spChg chg="mod">
          <ac:chgData name="mariam namgaladze" userId="243f89370fc131cb" providerId="LiveId" clId="{874425A5-4CEF-49B8-969D-29EAAB572EC5}" dt="2026-05-02T18:57:36.008" v="220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mariam namgaladze" userId="243f89370fc131cb" providerId="LiveId" clId="{874425A5-4CEF-49B8-969D-29EAAB572EC5}" dt="2026-05-02T18:11:25.308" v="30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mariam namgaladze" userId="243f89370fc131cb" providerId="LiveId" clId="{874425A5-4CEF-49B8-969D-29EAAB572EC5}" dt="2026-05-02T18:11:53.430" v="33" actId="478"/>
          <ac:spMkLst>
            <pc:docMk/>
            <pc:sldMk cId="0" sldId="257"/>
            <ac:spMk id="4" creationId="{7BB78CCC-8EC1-6497-CAF7-7C5F41FECE3E}"/>
          </ac:spMkLst>
        </pc:spChg>
        <pc:spChg chg="add mod">
          <ac:chgData name="mariam namgaladze" userId="243f89370fc131cb" providerId="LiveId" clId="{874425A5-4CEF-49B8-969D-29EAAB572EC5}" dt="2026-05-02T18:57:35.444" v="219" actId="1076"/>
          <ac:spMkLst>
            <pc:docMk/>
            <pc:sldMk cId="0" sldId="257"/>
            <ac:spMk id="5" creationId="{7C183B81-DDF7-2D4B-5147-60CD77B9E6B7}"/>
          </ac:spMkLst>
        </pc:spChg>
        <pc:spChg chg="add">
          <ac:chgData name="mariam namgaladze" userId="243f89370fc131cb" providerId="LiveId" clId="{874425A5-4CEF-49B8-969D-29EAAB572EC5}" dt="2026-05-02T18:11:45.565" v="32"/>
          <ac:spMkLst>
            <pc:docMk/>
            <pc:sldMk cId="0" sldId="257"/>
            <ac:spMk id="6" creationId="{5704207C-3D1D-5CE2-62D3-9B04DC5B8B7B}"/>
          </ac:spMkLst>
        </pc:spChg>
        <pc:spChg chg="add del mod">
          <ac:chgData name="mariam namgaladze" userId="243f89370fc131cb" providerId="LiveId" clId="{874425A5-4CEF-49B8-969D-29EAAB572EC5}" dt="2026-05-02T18:11:55.724" v="34"/>
          <ac:spMkLst>
            <pc:docMk/>
            <pc:sldMk cId="0" sldId="257"/>
            <ac:spMk id="7" creationId="{DA582F0F-E00A-7145-5862-0519C3B24EBC}"/>
          </ac:spMkLst>
        </pc:spChg>
        <pc:spChg chg="add mod">
          <ac:chgData name="mariam namgaladze" userId="243f89370fc131cb" providerId="LiveId" clId="{874425A5-4CEF-49B8-969D-29EAAB572EC5}" dt="2026-05-02T18:57:36.008" v="220"/>
          <ac:spMkLst>
            <pc:docMk/>
            <pc:sldMk cId="0" sldId="257"/>
            <ac:spMk id="8" creationId="{B2BB2C65-D2D9-FD5B-43C4-6883EDA95F07}"/>
          </ac:spMkLst>
        </pc:spChg>
      </pc:sldChg>
      <pc:sldChg chg="addSp delSp modSp mod modAnim">
        <pc:chgData name="mariam namgaladze" userId="243f89370fc131cb" providerId="LiveId" clId="{874425A5-4CEF-49B8-969D-29EAAB572EC5}" dt="2026-05-02T19:01:23.745" v="225"/>
        <pc:sldMkLst>
          <pc:docMk/>
          <pc:sldMk cId="0" sldId="258"/>
        </pc:sldMkLst>
        <pc:spChg chg="mod">
          <ac:chgData name="mariam namgaladze" userId="243f89370fc131cb" providerId="LiveId" clId="{874425A5-4CEF-49B8-969D-29EAAB572EC5}" dt="2026-05-02T18:22:58.088" v="52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riam namgaladze" userId="243f89370fc131cb" providerId="LiveId" clId="{874425A5-4CEF-49B8-969D-29EAAB572EC5}" dt="2026-05-02T18:24:24.502" v="62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mariam namgaladze" userId="243f89370fc131cb" providerId="LiveId" clId="{874425A5-4CEF-49B8-969D-29EAAB572EC5}" dt="2026-05-02T18:25:11.523" v="65" actId="478"/>
          <ac:spMkLst>
            <pc:docMk/>
            <pc:sldMk cId="0" sldId="258"/>
            <ac:spMk id="4" creationId="{5AED51D2-0DDF-6928-CB41-4A96C9FC2EC6}"/>
          </ac:spMkLst>
        </pc:spChg>
        <pc:spChg chg="add del">
          <ac:chgData name="mariam namgaladze" userId="243f89370fc131cb" providerId="LiveId" clId="{874425A5-4CEF-49B8-969D-29EAAB572EC5}" dt="2026-05-02T18:25:11.523" v="65" actId="478"/>
          <ac:spMkLst>
            <pc:docMk/>
            <pc:sldMk cId="0" sldId="258"/>
            <ac:spMk id="5" creationId="{E2FDA0A3-1028-6557-0705-EABC5D279E55}"/>
          </ac:spMkLst>
        </pc:spChg>
        <pc:spChg chg="add del">
          <ac:chgData name="mariam namgaladze" userId="243f89370fc131cb" providerId="LiveId" clId="{874425A5-4CEF-49B8-969D-29EAAB572EC5}" dt="2026-05-02T18:26:09.174" v="74" actId="478"/>
          <ac:spMkLst>
            <pc:docMk/>
            <pc:sldMk cId="0" sldId="258"/>
            <ac:spMk id="6" creationId="{C164F419-D523-D55D-2CCC-9219C4D5468D}"/>
          </ac:spMkLst>
        </pc:spChg>
        <pc:spChg chg="add del mod">
          <ac:chgData name="mariam namgaladze" userId="243f89370fc131cb" providerId="LiveId" clId="{874425A5-4CEF-49B8-969D-29EAAB572EC5}" dt="2026-05-02T18:25:45.306" v="72" actId="478"/>
          <ac:spMkLst>
            <pc:docMk/>
            <pc:sldMk cId="0" sldId="258"/>
            <ac:spMk id="7" creationId="{CB84A1F2-92D6-EE80-A04B-31E6B4DEB722}"/>
          </ac:spMkLst>
        </pc:spChg>
        <pc:spChg chg="add del">
          <ac:chgData name="mariam namgaladze" userId="243f89370fc131cb" providerId="LiveId" clId="{874425A5-4CEF-49B8-969D-29EAAB572EC5}" dt="2026-05-02T18:26:09.174" v="74" actId="478"/>
          <ac:spMkLst>
            <pc:docMk/>
            <pc:sldMk cId="0" sldId="258"/>
            <ac:spMk id="8" creationId="{BCCC07CF-2E7E-9E8F-6928-8A19256FEAD3}"/>
          </ac:spMkLst>
        </pc:spChg>
        <pc:spChg chg="add del mod">
          <ac:chgData name="mariam namgaladze" userId="243f89370fc131cb" providerId="LiveId" clId="{874425A5-4CEF-49B8-969D-29EAAB572EC5}" dt="2026-05-02T18:26:29.093" v="79" actId="478"/>
          <ac:spMkLst>
            <pc:docMk/>
            <pc:sldMk cId="0" sldId="258"/>
            <ac:spMk id="9" creationId="{39B820D9-309A-816E-9103-83D6ED3DA1A2}"/>
          </ac:spMkLst>
        </pc:spChg>
        <pc:spChg chg="add del mod">
          <ac:chgData name="mariam namgaladze" userId="243f89370fc131cb" providerId="LiveId" clId="{874425A5-4CEF-49B8-969D-29EAAB572EC5}" dt="2026-05-02T18:26:44.263" v="82" actId="478"/>
          <ac:spMkLst>
            <pc:docMk/>
            <pc:sldMk cId="0" sldId="258"/>
            <ac:spMk id="10" creationId="{FEF2284C-3E2D-33D3-3024-CA7C71095276}"/>
          </ac:spMkLst>
        </pc:spChg>
        <pc:spChg chg="add del mod">
          <ac:chgData name="mariam namgaladze" userId="243f89370fc131cb" providerId="LiveId" clId="{874425A5-4CEF-49B8-969D-29EAAB572EC5}" dt="2026-05-02T18:26:29.093" v="79" actId="478"/>
          <ac:spMkLst>
            <pc:docMk/>
            <pc:sldMk cId="0" sldId="258"/>
            <ac:spMk id="11" creationId="{E48DD83F-04E2-A29F-5ED4-F4A6F63BF4DE}"/>
          </ac:spMkLst>
        </pc:spChg>
        <pc:spChg chg="add del mod">
          <ac:chgData name="mariam namgaladze" userId="243f89370fc131cb" providerId="LiveId" clId="{874425A5-4CEF-49B8-969D-29EAAB572EC5}" dt="2026-05-02T18:26:29.093" v="79" actId="478"/>
          <ac:spMkLst>
            <pc:docMk/>
            <pc:sldMk cId="0" sldId="258"/>
            <ac:spMk id="12" creationId="{78BC5A33-F7B4-F898-FF4C-72C0CF62794A}"/>
          </ac:spMkLst>
        </pc:spChg>
        <pc:spChg chg="add del mod">
          <ac:chgData name="mariam namgaladze" userId="243f89370fc131cb" providerId="LiveId" clId="{874425A5-4CEF-49B8-969D-29EAAB572EC5}" dt="2026-05-02T18:26:59.665" v="85"/>
          <ac:spMkLst>
            <pc:docMk/>
            <pc:sldMk cId="0" sldId="258"/>
            <ac:spMk id="13" creationId="{32BB18AE-EE17-8E7F-6747-2C14A2135C9E}"/>
          </ac:spMkLst>
        </pc:spChg>
        <pc:spChg chg="add mod">
          <ac:chgData name="mariam namgaladze" userId="243f89370fc131cb" providerId="LiveId" clId="{874425A5-4CEF-49B8-969D-29EAAB572EC5}" dt="2026-05-02T18:27:42.665" v="90" actId="14100"/>
          <ac:spMkLst>
            <pc:docMk/>
            <pc:sldMk cId="0" sldId="258"/>
            <ac:spMk id="14" creationId="{BEF6FAE5-625D-D4E3-CE8F-B93477007AEE}"/>
          </ac:spMkLst>
        </pc:spChg>
        <pc:spChg chg="add mod">
          <ac:chgData name="mariam namgaladze" userId="243f89370fc131cb" providerId="LiveId" clId="{874425A5-4CEF-49B8-969D-29EAAB572EC5}" dt="2026-05-02T18:27:35.808" v="89" actId="1076"/>
          <ac:spMkLst>
            <pc:docMk/>
            <pc:sldMk cId="0" sldId="258"/>
            <ac:spMk id="15" creationId="{4D581FC9-33E9-B888-6E75-29DC3D467122}"/>
          </ac:spMkLst>
        </pc:spChg>
      </pc:sldChg>
      <pc:sldChg chg="modSp mod modAnim">
        <pc:chgData name="mariam namgaladze" userId="243f89370fc131cb" providerId="LiveId" clId="{874425A5-4CEF-49B8-969D-29EAAB572EC5}" dt="2026-05-02T19:01:34.215" v="227"/>
        <pc:sldMkLst>
          <pc:docMk/>
          <pc:sldMk cId="0" sldId="259"/>
        </pc:sldMkLst>
        <pc:spChg chg="mod">
          <ac:chgData name="mariam namgaladze" userId="243f89370fc131cb" providerId="LiveId" clId="{874425A5-4CEF-49B8-969D-29EAAB572EC5}" dt="2026-05-02T18:57:36.008" v="220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riam namgaladze" userId="243f89370fc131cb" providerId="LiveId" clId="{874425A5-4CEF-49B8-969D-29EAAB572EC5}" dt="2026-05-02T18:30:28.925" v="100" actId="1076"/>
          <ac:spMkLst>
            <pc:docMk/>
            <pc:sldMk cId="0" sldId="259"/>
            <ac:spMk id="3" creationId="{00000000-0000-0000-0000-000000000000}"/>
          </ac:spMkLst>
        </pc:spChg>
      </pc:sldChg>
      <pc:sldChg chg="addSp modSp mod modAnim">
        <pc:chgData name="mariam namgaladze" userId="243f89370fc131cb" providerId="LiveId" clId="{874425A5-4CEF-49B8-969D-29EAAB572EC5}" dt="2026-05-02T19:01:44.734" v="228"/>
        <pc:sldMkLst>
          <pc:docMk/>
          <pc:sldMk cId="0" sldId="260"/>
        </pc:sldMkLst>
        <pc:spChg chg="mod">
          <ac:chgData name="mariam namgaladze" userId="243f89370fc131cb" providerId="LiveId" clId="{874425A5-4CEF-49B8-969D-29EAAB572EC5}" dt="2026-05-02T18:32:25.825" v="112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riam namgaladze" userId="243f89370fc131cb" providerId="LiveId" clId="{874425A5-4CEF-49B8-969D-29EAAB572EC5}" dt="2026-05-02T18:34:54.326" v="121" actId="20577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mariam namgaladze" userId="243f89370fc131cb" providerId="LiveId" clId="{874425A5-4CEF-49B8-969D-29EAAB572EC5}" dt="2026-05-02T18:36:29.768" v="139" actId="1076"/>
          <ac:picMkLst>
            <pc:docMk/>
            <pc:sldMk cId="0" sldId="260"/>
            <ac:picMk id="5" creationId="{94C1C51D-EEE2-A653-3841-41348BF6061D}"/>
          </ac:picMkLst>
        </pc:picChg>
        <pc:picChg chg="add mod">
          <ac:chgData name="mariam namgaladze" userId="243f89370fc131cb" providerId="LiveId" clId="{874425A5-4CEF-49B8-969D-29EAAB572EC5}" dt="2026-05-02T18:36:18.433" v="134" actId="1076"/>
          <ac:picMkLst>
            <pc:docMk/>
            <pc:sldMk cId="0" sldId="260"/>
            <ac:picMk id="7" creationId="{3CF98452-4401-BCB5-A9A6-650D748C9727}"/>
          </ac:picMkLst>
        </pc:picChg>
        <pc:picChg chg="add mod">
          <ac:chgData name="mariam namgaladze" userId="243f89370fc131cb" providerId="LiveId" clId="{874425A5-4CEF-49B8-969D-29EAAB572EC5}" dt="2026-05-02T18:36:24.958" v="136" actId="1076"/>
          <ac:picMkLst>
            <pc:docMk/>
            <pc:sldMk cId="0" sldId="260"/>
            <ac:picMk id="9" creationId="{10C8E10B-C411-6875-798A-8E1360D23143}"/>
          </ac:picMkLst>
        </pc:picChg>
        <pc:picChg chg="add mod">
          <ac:chgData name="mariam namgaladze" userId="243f89370fc131cb" providerId="LiveId" clId="{874425A5-4CEF-49B8-969D-29EAAB572EC5}" dt="2026-05-02T18:36:21.489" v="135" actId="1076"/>
          <ac:picMkLst>
            <pc:docMk/>
            <pc:sldMk cId="0" sldId="260"/>
            <ac:picMk id="11" creationId="{840E64F4-99D6-8754-49E2-FB4A4C6F2F8C}"/>
          </ac:picMkLst>
        </pc:picChg>
      </pc:sldChg>
      <pc:sldChg chg="addSp delSp modSp mod">
        <pc:chgData name="mariam namgaladze" userId="243f89370fc131cb" providerId="LiveId" clId="{874425A5-4CEF-49B8-969D-29EAAB572EC5}" dt="2026-05-02T18:37:53.965" v="163" actId="1076"/>
        <pc:sldMkLst>
          <pc:docMk/>
          <pc:sldMk cId="0" sldId="261"/>
        </pc:sldMkLst>
        <pc:spChg chg="del mod">
          <ac:chgData name="mariam namgaladze" userId="243f89370fc131cb" providerId="LiveId" clId="{874425A5-4CEF-49B8-969D-29EAAB572EC5}" dt="2026-05-02T18:36:41.480" v="140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mariam namgaladze" userId="243f89370fc131cb" providerId="LiveId" clId="{874425A5-4CEF-49B8-969D-29EAAB572EC5}" dt="2026-05-02T18:36:43.420" v="141" actId="478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mariam namgaladze" userId="243f89370fc131cb" providerId="LiveId" clId="{874425A5-4CEF-49B8-969D-29EAAB572EC5}" dt="2026-05-02T18:37:42.394" v="159" actId="1076"/>
          <ac:picMkLst>
            <pc:docMk/>
            <pc:sldMk cId="0" sldId="261"/>
            <ac:picMk id="5" creationId="{9561B358-C248-8E73-DBF1-0546BC1F5765}"/>
          </ac:picMkLst>
        </pc:picChg>
        <pc:picChg chg="add mod">
          <ac:chgData name="mariam namgaladze" userId="243f89370fc131cb" providerId="LiveId" clId="{874425A5-4CEF-49B8-969D-29EAAB572EC5}" dt="2026-05-02T18:37:53.965" v="163" actId="1076"/>
          <ac:picMkLst>
            <pc:docMk/>
            <pc:sldMk cId="0" sldId="261"/>
            <ac:picMk id="7" creationId="{D0B021F6-447B-48B5-3E70-4C580FF3F54D}"/>
          </ac:picMkLst>
        </pc:picChg>
        <pc:picChg chg="add mod">
          <ac:chgData name="mariam namgaladze" userId="243f89370fc131cb" providerId="LiveId" clId="{874425A5-4CEF-49B8-969D-29EAAB572EC5}" dt="2026-05-02T18:37:50.988" v="162" actId="1076"/>
          <ac:picMkLst>
            <pc:docMk/>
            <pc:sldMk cId="0" sldId="261"/>
            <ac:picMk id="9" creationId="{56A52FB9-0B9E-D4F2-D61F-E1D6AE744A10}"/>
          </ac:picMkLst>
        </pc:picChg>
        <pc:picChg chg="add mod">
          <ac:chgData name="mariam namgaladze" userId="243f89370fc131cb" providerId="LiveId" clId="{874425A5-4CEF-49B8-969D-29EAAB572EC5}" dt="2026-05-02T18:37:46.499" v="160" actId="14100"/>
          <ac:picMkLst>
            <pc:docMk/>
            <pc:sldMk cId="0" sldId="261"/>
            <ac:picMk id="11" creationId="{E2E40951-681B-2FB8-CC3B-06FDA18A24C0}"/>
          </ac:picMkLst>
        </pc:picChg>
      </pc:sldChg>
      <pc:sldChg chg="addSp delSp modSp mod modAnim">
        <pc:chgData name="mariam namgaladze" userId="243f89370fc131cb" providerId="LiveId" clId="{874425A5-4CEF-49B8-969D-29EAAB572EC5}" dt="2026-05-02T19:01:52.855" v="229"/>
        <pc:sldMkLst>
          <pc:docMk/>
          <pc:sldMk cId="0" sldId="262"/>
        </pc:sldMkLst>
        <pc:spChg chg="mod">
          <ac:chgData name="mariam namgaladze" userId="243f89370fc131cb" providerId="LiveId" clId="{874425A5-4CEF-49B8-969D-29EAAB572EC5}" dt="2026-05-02T18:39:51.749" v="166" actId="107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mariam namgaladze" userId="243f89370fc131cb" providerId="LiveId" clId="{874425A5-4CEF-49B8-969D-29EAAB572EC5}" dt="2026-05-02T18:40:14.801" v="167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mariam namgaladze" userId="243f89370fc131cb" providerId="LiveId" clId="{874425A5-4CEF-49B8-969D-29EAAB572EC5}" dt="2026-05-02T18:40:30.620" v="169" actId="1076"/>
          <ac:spMkLst>
            <pc:docMk/>
            <pc:sldMk cId="0" sldId="262"/>
            <ac:spMk id="4" creationId="{73D76DEA-ED17-C29F-EDAE-ABE1A260A9CE}"/>
          </ac:spMkLst>
        </pc:spChg>
        <pc:spChg chg="add del mod">
          <ac:chgData name="mariam namgaladze" userId="243f89370fc131cb" providerId="LiveId" clId="{874425A5-4CEF-49B8-969D-29EAAB572EC5}" dt="2026-05-02T18:43:22.545" v="174"/>
          <ac:spMkLst>
            <pc:docMk/>
            <pc:sldMk cId="0" sldId="262"/>
            <ac:spMk id="5" creationId="{EC89639C-5F97-B203-F8C3-F80649C388E2}"/>
          </ac:spMkLst>
        </pc:spChg>
        <pc:picChg chg="add mod">
          <ac:chgData name="mariam namgaladze" userId="243f89370fc131cb" providerId="LiveId" clId="{874425A5-4CEF-49B8-969D-29EAAB572EC5}" dt="2026-05-02T18:43:21.933" v="172" actId="1076"/>
          <ac:picMkLst>
            <pc:docMk/>
            <pc:sldMk cId="0" sldId="262"/>
            <ac:picMk id="7" creationId="{B9671164-6CFD-863E-20F0-B7115C029D7C}"/>
          </ac:picMkLst>
        </pc:picChg>
      </pc:sldChg>
      <pc:sldChg chg="addSp modSp mod modAnim">
        <pc:chgData name="mariam namgaladze" userId="243f89370fc131cb" providerId="LiveId" clId="{874425A5-4CEF-49B8-969D-29EAAB572EC5}" dt="2026-05-02T19:02:06.283" v="231"/>
        <pc:sldMkLst>
          <pc:docMk/>
          <pc:sldMk cId="0" sldId="263"/>
        </pc:sldMkLst>
        <pc:spChg chg="mod">
          <ac:chgData name="mariam namgaladze" userId="243f89370fc131cb" providerId="LiveId" clId="{874425A5-4CEF-49B8-969D-29EAAB572EC5}" dt="2026-05-02T18:49:52.391" v="180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ariam namgaladze" userId="243f89370fc131cb" providerId="LiveId" clId="{874425A5-4CEF-49B8-969D-29EAAB572EC5}" dt="2026-05-02T18:51:44.457" v="193" actId="255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mariam namgaladze" userId="243f89370fc131cb" providerId="LiveId" clId="{874425A5-4CEF-49B8-969D-29EAAB572EC5}" dt="2026-05-02T18:52:08.794" v="197" actId="1076"/>
          <ac:picMkLst>
            <pc:docMk/>
            <pc:sldMk cId="0" sldId="263"/>
            <ac:picMk id="5" creationId="{CA57D6E7-B39B-4073-45DE-BF741E2F18D5}"/>
          </ac:picMkLst>
        </pc:picChg>
      </pc:sldChg>
      <pc:sldChg chg="addSp delSp modSp new mod modAnim">
        <pc:chgData name="mariam namgaladze" userId="243f89370fc131cb" providerId="LiveId" clId="{874425A5-4CEF-49B8-969D-29EAAB572EC5}" dt="2026-05-02T19:01:11.335" v="224"/>
        <pc:sldMkLst>
          <pc:docMk/>
          <pc:sldMk cId="2481633214" sldId="264"/>
        </pc:sldMkLst>
        <pc:spChg chg="mod">
          <ac:chgData name="mariam namgaladze" userId="243f89370fc131cb" providerId="LiveId" clId="{874425A5-4CEF-49B8-969D-29EAAB572EC5}" dt="2026-05-02T18:57:17.625" v="216"/>
          <ac:spMkLst>
            <pc:docMk/>
            <pc:sldMk cId="2481633214" sldId="264"/>
            <ac:spMk id="2" creationId="{7EAE0153-CF35-D8C2-5F43-4AB2F53AFDEC}"/>
          </ac:spMkLst>
        </pc:spChg>
        <pc:spChg chg="del mod">
          <ac:chgData name="mariam namgaladze" userId="243f89370fc131cb" providerId="LiveId" clId="{874425A5-4CEF-49B8-969D-29EAAB572EC5}" dt="2026-05-02T18:16:08.110" v="42" actId="478"/>
          <ac:spMkLst>
            <pc:docMk/>
            <pc:sldMk cId="2481633214" sldId="264"/>
            <ac:spMk id="3" creationId="{206CD1A6-E86B-03E8-9C2D-5AB421918519}"/>
          </ac:spMkLst>
        </pc:spChg>
        <pc:spChg chg="add mod">
          <ac:chgData name="mariam namgaladze" userId="243f89370fc131cb" providerId="LiveId" clId="{874425A5-4CEF-49B8-969D-29EAAB572EC5}" dt="2026-05-02T18:16:31.383" v="44"/>
          <ac:spMkLst>
            <pc:docMk/>
            <pc:sldMk cId="2481633214" sldId="264"/>
            <ac:spMk id="4" creationId="{FA415157-619D-0FD7-1E49-5DE118ACB8ED}"/>
          </ac:spMkLst>
        </pc:spChg>
        <pc:picChg chg="add mod">
          <ac:chgData name="mariam namgaladze" userId="243f89370fc131cb" providerId="LiveId" clId="{874425A5-4CEF-49B8-969D-29EAAB572EC5}" dt="2026-05-02T18:17:46.182" v="47" actId="1076"/>
          <ac:picMkLst>
            <pc:docMk/>
            <pc:sldMk cId="2481633214" sldId="264"/>
            <ac:picMk id="6" creationId="{13F23D9E-B4DB-B017-DC49-54FBCD1790C7}"/>
          </ac:picMkLst>
        </pc:picChg>
      </pc:sldChg>
      <pc:sldChg chg="addSp modSp new mod modAnim">
        <pc:chgData name="mariam namgaladze" userId="243f89370fc131cb" providerId="LiveId" clId="{874425A5-4CEF-49B8-969D-29EAAB572EC5}" dt="2026-05-02T19:01:59.644" v="230"/>
        <pc:sldMkLst>
          <pc:docMk/>
          <pc:sldMk cId="702413862" sldId="265"/>
        </pc:sldMkLst>
        <pc:picChg chg="add mod">
          <ac:chgData name="mariam namgaladze" userId="243f89370fc131cb" providerId="LiveId" clId="{874425A5-4CEF-49B8-969D-29EAAB572EC5}" dt="2026-05-02T18:47:02.718" v="178" actId="1076"/>
          <ac:picMkLst>
            <pc:docMk/>
            <pc:sldMk cId="702413862" sldId="265"/>
            <ac:picMk id="3" creationId="{36A74E54-55C7-C257-8844-F099F4974A2F}"/>
          </ac:picMkLst>
        </pc:picChg>
      </pc:sldChg>
      <pc:sldChg chg="addSp delSp modSp new mod modAnim">
        <pc:chgData name="mariam namgaladze" userId="243f89370fc131cb" providerId="LiveId" clId="{874425A5-4CEF-49B8-969D-29EAAB572EC5}" dt="2026-05-02T19:02:10.258" v="232"/>
        <pc:sldMkLst>
          <pc:docMk/>
          <pc:sldMk cId="405809339" sldId="266"/>
        </pc:sldMkLst>
        <pc:spChg chg="del">
          <ac:chgData name="mariam namgaladze" userId="243f89370fc131cb" providerId="LiveId" clId="{874425A5-4CEF-49B8-969D-29EAAB572EC5}" dt="2026-05-02T18:56:13.969" v="202" actId="478"/>
          <ac:spMkLst>
            <pc:docMk/>
            <pc:sldMk cId="405809339" sldId="266"/>
            <ac:spMk id="2" creationId="{C3EB283A-9597-B01D-5755-E3B742B78271}"/>
          </ac:spMkLst>
        </pc:spChg>
        <pc:spChg chg="del">
          <ac:chgData name="mariam namgaladze" userId="243f89370fc131cb" providerId="LiveId" clId="{874425A5-4CEF-49B8-969D-29EAAB572EC5}" dt="2026-05-02T18:55:58.625" v="199" actId="931"/>
          <ac:spMkLst>
            <pc:docMk/>
            <pc:sldMk cId="405809339" sldId="266"/>
            <ac:spMk id="3" creationId="{DF129FAC-330F-0AB2-DE98-750A05F2633B}"/>
          </ac:spMkLst>
        </pc:spChg>
        <pc:spChg chg="add del mod">
          <ac:chgData name="mariam namgaladze" userId="243f89370fc131cb" providerId="LiveId" clId="{874425A5-4CEF-49B8-969D-29EAAB572EC5}" dt="2026-05-02T18:56:08.558" v="201" actId="931"/>
          <ac:spMkLst>
            <pc:docMk/>
            <pc:sldMk cId="405809339" sldId="266"/>
            <ac:spMk id="7" creationId="{2B094841-2AC2-772D-09D5-30D5F1940A10}"/>
          </ac:spMkLst>
        </pc:spChg>
        <pc:picChg chg="add del mod ord">
          <ac:chgData name="mariam namgaladze" userId="243f89370fc131cb" providerId="LiveId" clId="{874425A5-4CEF-49B8-969D-29EAAB572EC5}" dt="2026-05-02T18:56:00.330" v="200" actId="478"/>
          <ac:picMkLst>
            <pc:docMk/>
            <pc:sldMk cId="405809339" sldId="266"/>
            <ac:picMk id="5" creationId="{5A04E3B2-AC12-C64E-64E9-E0E619AC446C}"/>
          </ac:picMkLst>
        </pc:picChg>
        <pc:picChg chg="add mod ord">
          <ac:chgData name="mariam namgaladze" userId="243f89370fc131cb" providerId="LiveId" clId="{874425A5-4CEF-49B8-969D-29EAAB572EC5}" dt="2026-05-02T18:56:18.656" v="204" actId="1076"/>
          <ac:picMkLst>
            <pc:docMk/>
            <pc:sldMk cId="405809339" sldId="266"/>
            <ac:picMk id="9" creationId="{80CE2961-D5F3-9AE6-35DE-74CE4187842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Parallel Matrix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17638"/>
            <a:ext cx="7251192" cy="3200083"/>
          </a:xfrm>
        </p:spPr>
        <p:txBody>
          <a:bodyPr/>
          <a:lstStyle/>
          <a:p>
            <a:r>
              <a:rPr dirty="0"/>
              <a:t>Mariam Namgaladze</a:t>
            </a:r>
          </a:p>
          <a:p>
            <a:r>
              <a:rPr dirty="0"/>
              <a:t>CSC 429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52BB10-5E53-42CD-180D-B21F90E5F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895218"/>
            <a:ext cx="5650992" cy="31786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C183B81-DDF7-2D4B-5147-60CD77B9E6B7}"/>
              </a:ext>
            </a:extLst>
          </p:cNvPr>
          <p:cNvSpPr/>
          <p:nvPr/>
        </p:nvSpPr>
        <p:spPr>
          <a:xfrm>
            <a:off x="274320" y="1719072"/>
            <a:ext cx="5193792" cy="45628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2BB2C65-D2D9-FD5B-43C4-6883EDA95F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Matrix multiplication is widely used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 for large matrices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 computing improves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MPI is used to divide the work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compare execution time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E0153-CF35-D8C2-5F43-4AB2F53AF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91313"/>
            <a:ext cx="7772400" cy="14700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What is Matrix Multiplication?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A415157-619D-0FD7-1E49-5DE118ACB8ED}"/>
              </a:ext>
            </a:extLst>
          </p:cNvPr>
          <p:cNvSpPr/>
          <p:nvPr/>
        </p:nvSpPr>
        <p:spPr>
          <a:xfrm>
            <a:off x="548640" y="1243584"/>
            <a:ext cx="6199632" cy="2926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Multiply rows by columns </a:t>
            </a:r>
          </a:p>
          <a:p>
            <a:r>
              <a:rPr lang="en-US"/>
              <a:t>Each element = sum of products </a:t>
            </a:r>
          </a:p>
          <a:p>
            <a:r>
              <a:rPr lang="en-US"/>
              <a:t>Result matrix is formed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F23D9E-B4DB-B017-DC49-54FBCD179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4334256"/>
            <a:ext cx="4572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633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0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rgbClr val="FF0000"/>
                </a:solidFill>
              </a:rPr>
              <a:t>Sequential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24" y="99669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i="1" dirty="0"/>
              <a:t>In The Sequential Approach, Matrix Multiplication Is Performed Using A Single Processor. Each Element Of The Result Matrix Is Computed Using Row And Column Multiplication Through Three Nested Loops. The Time Complexity Of This Method Is O(N³), Which Makes It Inefficient For Large Matrices. In This Project, The Sequential Version Is Represented By Running The Program With One Processor (Np = 1), Where No Communication Is Required.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F6FAE5-625D-D4E3-CE8F-B93477007AEE}"/>
              </a:ext>
            </a:extLst>
          </p:cNvPr>
          <p:cNvSpPr/>
          <p:nvPr/>
        </p:nvSpPr>
        <p:spPr>
          <a:xfrm>
            <a:off x="3794760" y="4179468"/>
            <a:ext cx="5047488" cy="25779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4D581FC9-33E9-B888-6E75-29DC3D467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760" y="4179469"/>
            <a:ext cx="269278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processor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Computes all rows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complexity: O(N³)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3 nested loops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 for large matrices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Parallel</a:t>
            </a:r>
            <a:r>
              <a:rPr dirty="0"/>
              <a:t> </a:t>
            </a:r>
            <a:r>
              <a:rPr dirty="0">
                <a:solidFill>
                  <a:srgbClr val="FF0000"/>
                </a:solidFill>
              </a:rP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928" y="34290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Parallel Algorithm, The Computation Is Divided Among Multiple Processors. Processor 0 Distributes Matrix B And Rows Of Matrix A To Other Processors. Each Processor Computes Its Assigned Rows Independently, And The Results Are Sent Back And Combined. This Reduces Execution Time, Although Communication Introduces Some Overhead.</a:t>
            </a:r>
          </a:p>
          <a:p>
            <a:pPr marL="0" indent="0">
              <a:buNone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Experimental Results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" y="99669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The program was tested with a matrix size of N = 500 using 1, 2, 4, 5, and 10 processors. Execution time was measured using MPI _  </a:t>
            </a:r>
            <a:r>
              <a:rPr lang="en-US" sz="1800" b="1" dirty="0" err="1"/>
              <a:t>Wtime</a:t>
            </a:r>
            <a:r>
              <a:rPr lang="en-US" sz="1800" b="1" dirty="0"/>
              <a:t>(), and average values were recorded for accuracy.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sz="1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1C51D-EEE2-A653-3841-41348BF60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945" y="4428852"/>
            <a:ext cx="2692447" cy="2187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F98452-4401-BCB5-A9A6-650D748C9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62013"/>
            <a:ext cx="2481438" cy="2324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C8E10B-C411-6875-798A-8E1360D23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3340" y="3598324"/>
            <a:ext cx="3209876" cy="7622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0E64F4-99D6-8754-49E2-FB4A4C6F2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3340" y="2077091"/>
            <a:ext cx="2917320" cy="11825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61B358-C248-8E73-DBF1-0546BC1F5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223" y="313091"/>
            <a:ext cx="3801683" cy="1561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021F6-447B-48B5-3E70-4C580FF3F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752" y="4047159"/>
            <a:ext cx="3723352" cy="14935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A52FB9-0B9E-D4F2-D61F-E1D6AE744A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896" y="3962470"/>
            <a:ext cx="4720467" cy="18957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E40951-681B-2FB8-CC3B-06FDA18A2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896" y="229187"/>
            <a:ext cx="4860496" cy="35198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Performance Analysis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D76DEA-ED17-C29F-EDAE-ABE1A260A9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304" y="-758635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 Time decreases as processors increase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Speedup increases with more processors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 decreases due to overhead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671164-6CFD-863E-20F0-B7115C029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635" y="2609750"/>
            <a:ext cx="5268060" cy="31436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A74E54-55C7-C257-8844-F099F4974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85719"/>
            <a:ext cx="7142181" cy="628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41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-72834"/>
            <a:ext cx="8229600" cy="1143000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464" y="758952"/>
            <a:ext cx="8229600" cy="4525963"/>
          </a:xfrm>
        </p:spPr>
        <p:txBody>
          <a:bodyPr/>
          <a:lstStyle/>
          <a:p>
            <a:r>
              <a:rPr lang="en-US" sz="1800" dirty="0"/>
              <a:t>Parallel computation improves performance</a:t>
            </a:r>
          </a:p>
          <a:p>
            <a:r>
              <a:rPr lang="en-US" sz="1800" dirty="0"/>
              <a:t>Execution time decreases as processors increase</a:t>
            </a:r>
          </a:p>
          <a:p>
            <a:r>
              <a:rPr lang="en-US" sz="1800" dirty="0"/>
              <a:t>Speedup increases, efficiency decreases</a:t>
            </a:r>
            <a:br>
              <a:rPr lang="en-US" sz="1800" dirty="0"/>
            </a:br>
            <a:r>
              <a:rPr lang="en-US" sz="1800" dirty="0"/>
              <a:t>Limited by communication overhead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7D6E7-B39B-4073-45DE-BF741E2F1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976" y="2258568"/>
            <a:ext cx="4142232" cy="41422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0CE2961-D5F3-9AE6-35DE-74CE41878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297" y="475488"/>
            <a:ext cx="6254139" cy="5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0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55</TotalTime>
  <Words>292</Words>
  <Application>Microsoft Office PowerPoint</Application>
  <PresentationFormat>On-screen Show (4:3)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Parallel Matrix Multiplication</vt:lpstr>
      <vt:lpstr>Introduction</vt:lpstr>
      <vt:lpstr>What is Matrix Multiplication?</vt:lpstr>
      <vt:lpstr>Sequential Algorithm</vt:lpstr>
      <vt:lpstr>Parallel Algorithm</vt:lpstr>
      <vt:lpstr>Experimental Results</vt:lpstr>
      <vt:lpstr>PowerPoint Presentation</vt:lpstr>
      <vt:lpstr>Performance Analysis</vt:lpstr>
      <vt:lpstr>PowerPoint Presentation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mariam namgaladze</cp:lastModifiedBy>
  <cp:revision>1</cp:revision>
  <dcterms:created xsi:type="dcterms:W3CDTF">2013-01-27T09:14:16Z</dcterms:created>
  <dcterms:modified xsi:type="dcterms:W3CDTF">2026-05-02T19:02:14Z</dcterms:modified>
  <cp:category/>
</cp:coreProperties>
</file>